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0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9514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reapA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Management Application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Bacher, Gierer, Wieser, Schuster, Kovacs, </a:t>
            </a:r>
            <a:r>
              <a:rPr lang="en-US" sz="18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Wolfgruber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Projektübersicht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3200400"/>
          </a:xfrm>
          <a:prstGeom prst="rect">
            <a:avLst/>
          </a:prstGeom>
          <a:solidFill>
            <a:srgbClr val="E7E8D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1188720" y="146304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reapA</a:t>
            </a: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eine vollständige Restaurant-Management-Anwendung mit moderner Client-Server-Architektur.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Anwendung ermöglicht es Restaurantbetreibern, ihr komplettes Geschäft digital zu verwalten: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Menüverwaltung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Tischreservierungen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Bestellungsverfolgung in Echtzeit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Technologie-Stack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645920"/>
          </a:xfrm>
          <a:prstGeom prst="rect">
            <a:avLst/>
          </a:prstGeom>
          <a:solidFill>
            <a:srgbClr val="A7BEA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Spring Boot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1645920"/>
          </a:xfrm>
          <a:prstGeom prst="rect">
            <a:avLst/>
          </a:prstGeom>
          <a:solidFill>
            <a:srgbClr val="A7BEA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475488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JavaScript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HTML5 &amp; CSS3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Design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3657600" cy="1463040"/>
          </a:xfrm>
          <a:prstGeom prst="rect">
            <a:avLst/>
          </a:prstGeom>
          <a:solidFill>
            <a:srgbClr val="A7BEA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Datenbank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749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H2 Database</a:t>
            </a:r>
          </a:p>
        </p:txBody>
      </p:sp>
      <p:sp>
        <p:nvSpPr>
          <p:cNvPr id="12" name="Shape 10"/>
          <p:cNvSpPr/>
          <p:nvPr/>
        </p:nvSpPr>
        <p:spPr>
          <a:xfrm>
            <a:off x="4754880" y="3108960"/>
            <a:ext cx="3657600" cy="1463040"/>
          </a:xfrm>
          <a:prstGeom prst="rect">
            <a:avLst/>
          </a:prstGeom>
          <a:solidFill>
            <a:srgbClr val="A7BEA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475488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3749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Spring Boot Integration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Backend-Architektur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3-Schichten-Modell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7315200" cy="822960"/>
          </a:xfrm>
          <a:prstGeom prst="rect">
            <a:avLst/>
          </a:prstGeom>
          <a:solidFill>
            <a:srgbClr val="B8504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Controller-Schicht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 • MenuController • OrderController • ReservationController • TableController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606040"/>
            <a:ext cx="7315200" cy="822960"/>
          </a:xfrm>
          <a:prstGeom prst="rect">
            <a:avLst/>
          </a:prstGeom>
          <a:solidFill>
            <a:srgbClr val="A7BEA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1097280" y="2743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Service-Schicht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0632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Geschäftslogik • Validierung • Transaktionsverwaltung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657600"/>
            <a:ext cx="7315200" cy="822960"/>
          </a:xfrm>
          <a:prstGeom prst="rect">
            <a:avLst/>
          </a:prstGeom>
          <a:solidFill>
            <a:srgbClr val="E7E8D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1097280" y="37947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Persistenz-Schicht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41148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Repositories für Datenzugriff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Datenmodell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097280" y="1280160"/>
            <a:ext cx="6949440" cy="548640"/>
          </a:xfrm>
          <a:prstGeom prst="rect">
            <a:avLst/>
          </a:prstGeom>
          <a:solidFill>
            <a:srgbClr val="A7BEA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1371600" y="13533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MenuItem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5727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Speisenpunkte mit Preis und Kategorie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6949440" cy="548640"/>
          </a:xfrm>
          <a:prstGeom prst="rect">
            <a:avLst/>
          </a:prstGeom>
          <a:solidFill>
            <a:srgbClr val="E7E8D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1371600" y="20391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RestaurantOrder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2585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Bestellungen mit Status-Tracking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2651760"/>
            <a:ext cx="6949440" cy="548640"/>
          </a:xfrm>
          <a:prstGeom prst="rect">
            <a:avLst/>
          </a:prstGeom>
          <a:solidFill>
            <a:srgbClr val="A7BEA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0" name="Text 8"/>
          <p:cNvSpPr/>
          <p:nvPr/>
        </p:nvSpPr>
        <p:spPr>
          <a:xfrm>
            <a:off x="1371600" y="27249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OrderItem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Einzelne Bestellpositionen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3337560"/>
            <a:ext cx="6949440" cy="548640"/>
          </a:xfrm>
          <a:prstGeom prst="rect">
            <a:avLst/>
          </a:prstGeom>
          <a:solidFill>
            <a:srgbClr val="E7E8D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1371600" y="34107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6301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Tischreservierungen mit Status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4023360"/>
            <a:ext cx="6949440" cy="548640"/>
          </a:xfrm>
          <a:prstGeom prst="rect">
            <a:avLst/>
          </a:prstGeom>
          <a:solidFill>
            <a:srgbClr val="A7BEAE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1371600" y="40965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RestaurantTable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3159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Tischverwaltung &amp; Verfügbarkeit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Frontend-Architektur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&amp; Ereignisgesteuert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2194560" cy="914400"/>
          </a:xfrm>
          <a:prstGeom prst="rect">
            <a:avLst/>
          </a:prstGeom>
          <a:solidFill>
            <a:srgbClr val="E7E8D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105156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Hauptanwendungslogik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194560" cy="914400"/>
          </a:xfrm>
          <a:prstGeom prst="rect">
            <a:avLst/>
          </a:prstGeom>
          <a:solidFill>
            <a:srgbClr val="E7E8D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352044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router.js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2044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SPA-Navigation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1554480"/>
            <a:ext cx="2194560" cy="914400"/>
          </a:xfrm>
          <a:prstGeom prst="rect">
            <a:avLst/>
          </a:prstGeom>
          <a:solidFill>
            <a:srgbClr val="E7E8D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598932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api.js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8932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Backend-Kommunikation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2743200"/>
            <a:ext cx="2194560" cy="914400"/>
          </a:xfrm>
          <a:prstGeom prst="rect">
            <a:avLst/>
          </a:prstGeom>
          <a:solidFill>
            <a:srgbClr val="E7E8D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1051560" y="2880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menu.js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Menüverwaltung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83280" y="2743200"/>
            <a:ext cx="2194560" cy="914400"/>
          </a:xfrm>
          <a:prstGeom prst="rect">
            <a:avLst/>
          </a:prstGeom>
          <a:solidFill>
            <a:srgbClr val="E7E8D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3520440" y="2880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ui.js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2044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DOM-Rendering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52160" y="2743200"/>
            <a:ext cx="2194560" cy="914400"/>
          </a:xfrm>
          <a:prstGeom prst="rect">
            <a:avLst/>
          </a:prstGeom>
          <a:solidFill>
            <a:srgbClr val="E7E8D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5989320" y="2880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8932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REST-API Endpunkte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931920" cy="3474720"/>
          </a:xfrm>
          <a:prstGeom prst="rect">
            <a:avLst/>
          </a:prstGeom>
          <a:solidFill>
            <a:srgbClr val="E7E8D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&amp; Menu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/api/menu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/api/menu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/api/menu/{id}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/api/menu/{id}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657600" cy="3474720"/>
          </a:xfrm>
          <a:prstGeom prst="rect">
            <a:avLst/>
          </a:prstGeom>
          <a:solidFill>
            <a:srgbClr val="E7E8D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Orders &amp; Reservations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12080" y="182880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/api/orders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/api/orders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/api/orders/{id}/status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/api/reservations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/api/reservations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Bestellungsprozess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Bestellung bis zur Fertigstellung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652982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1371600" cy="2011680"/>
          </a:xfrm>
          <a:prstGeom prst="rect">
            <a:avLst/>
          </a:prstGeom>
          <a:solidFill>
            <a:srgbClr val="E7E8D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 wählt Speisen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1828800"/>
            <a:ext cx="274320" cy="182880"/>
          </a:xfrm>
          <a:prstGeom prst="rightArrow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0" name="Shape 8"/>
          <p:cNvSpPr/>
          <p:nvPr/>
        </p:nvSpPr>
        <p:spPr>
          <a:xfrm>
            <a:off x="2423160" y="164592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2423160" y="1783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286000" y="2286000"/>
            <a:ext cx="1371600" cy="2011680"/>
          </a:xfrm>
          <a:prstGeom prst="rect">
            <a:avLst/>
          </a:prstGeom>
          <a:solidFill>
            <a:srgbClr val="E7E8D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2377440" y="2468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29260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Küche bestätigt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1828800"/>
            <a:ext cx="274320" cy="182880"/>
          </a:xfrm>
          <a:prstGeom prst="rightArrow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Shape 14"/>
          <p:cNvSpPr/>
          <p:nvPr/>
        </p:nvSpPr>
        <p:spPr>
          <a:xfrm>
            <a:off x="3931920" y="164592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3931920" y="1783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94760" y="2286000"/>
            <a:ext cx="1371600" cy="2011680"/>
          </a:xfrm>
          <a:prstGeom prst="rect">
            <a:avLst/>
          </a:prstGeom>
          <a:solidFill>
            <a:srgbClr val="E7E8D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3886200" y="2468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86200" y="29260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Zubereitung läuft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66360" y="1828800"/>
            <a:ext cx="274320" cy="182880"/>
          </a:xfrm>
          <a:prstGeom prst="rightArrow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2" name="Shape 20"/>
          <p:cNvSpPr/>
          <p:nvPr/>
        </p:nvSpPr>
        <p:spPr>
          <a:xfrm>
            <a:off x="5440680" y="164592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5440680" y="1783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303520" y="2286000"/>
            <a:ext cx="1371600" cy="2011680"/>
          </a:xfrm>
          <a:prstGeom prst="rect">
            <a:avLst/>
          </a:prstGeom>
          <a:solidFill>
            <a:srgbClr val="E7E8D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5394960" y="2468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29260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 zum Servieren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0" y="1828800"/>
            <a:ext cx="274320" cy="182880"/>
          </a:xfrm>
          <a:prstGeom prst="rightArrow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8" name="Shape 26"/>
          <p:cNvSpPr/>
          <p:nvPr/>
        </p:nvSpPr>
        <p:spPr>
          <a:xfrm>
            <a:off x="6949440" y="164592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9" name="Text 27"/>
          <p:cNvSpPr/>
          <p:nvPr/>
        </p:nvSpPr>
        <p:spPr>
          <a:xfrm>
            <a:off x="6949440" y="17830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812280" y="2286000"/>
            <a:ext cx="1371600" cy="2011680"/>
          </a:xfrm>
          <a:prstGeom prst="rect">
            <a:avLst/>
          </a:prstGeom>
          <a:solidFill>
            <a:srgbClr val="E7E8D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31" name="Text 29"/>
          <p:cNvSpPr/>
          <p:nvPr/>
        </p:nvSpPr>
        <p:spPr>
          <a:xfrm>
            <a:off x="6903720" y="2468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29260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Abgeschlossen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Hauptmerkmale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" cy="365760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Authentifizierung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Sicherer Zugang für Personal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371600"/>
            <a:ext cx="365760" cy="365760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Menüverwaltung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1600200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CRUD-Operationen mit Bildern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365760" cy="365760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2" name="Text 10"/>
          <p:cNvSpPr/>
          <p:nvPr/>
        </p:nvSpPr>
        <p:spPr>
          <a:xfrm>
            <a:off x="731520" y="2514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Bestell-Tracking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697480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Echtzeit-Status für Küche &amp; Service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468880"/>
            <a:ext cx="365760" cy="365760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0" y="2468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Reservierungssystem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2697480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Tischmanagement &amp; Kapazitätsplanung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365760" cy="365760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0" name="Text 18"/>
          <p:cNvSpPr/>
          <p:nvPr/>
        </p:nvSpPr>
        <p:spPr>
          <a:xfrm>
            <a:off x="731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3566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794760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Funktioniert auf Desktop &amp; Tablet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3566160"/>
            <a:ext cx="365760" cy="365760"/>
          </a:xfrm>
          <a:prstGeom prst="ellipse">
            <a:avLst/>
          </a:prstGeom>
          <a:solidFill>
            <a:srgbClr val="A7BEA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24" name="Text 22"/>
          <p:cNvSpPr/>
          <p:nvPr/>
        </p:nvSpPr>
        <p:spPr>
          <a:xfrm>
            <a:off x="493776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0" y="3566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Fehlerbehandlung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3794760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Zentralisierter Exception-Handler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Stories Status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Stand: 30.01.2026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743200" cy="1005840"/>
          </a:xfrm>
          <a:prstGeom prst="rect">
            <a:avLst/>
          </a:prstGeom>
          <a:solidFill>
            <a:srgbClr val="2C5F2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Erledigt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782903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Reservierung &amp; Dauer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Speisekarte anzeigen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Gerichte bestellen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Koch: Bestellungen einsehen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1371600"/>
            <a:ext cx="2743200" cy="1005840"/>
          </a:xfrm>
          <a:prstGeom prst="rect">
            <a:avLst/>
          </a:prstGeom>
          <a:solidFill>
            <a:srgbClr val="E67E22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8" name="Text 6"/>
          <p:cNvSpPr/>
          <p:nvPr/>
        </p:nvSpPr>
        <p:spPr>
          <a:xfrm>
            <a:off x="3657600" y="14185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Teilweise erledigt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49040" y="178643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 (kein Logout)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Zahlung (nur Mock)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Gerichte verwalten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371600"/>
            <a:ext cx="2011680" cy="1005840"/>
          </a:xfrm>
          <a:prstGeom prst="rect">
            <a:avLst/>
          </a:prstGeom>
          <a:solidFill>
            <a:srgbClr val="C0392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6675120" y="14185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Offen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177919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Registrierung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Tisch-Auswahl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Stornierung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Umsätze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7863840" cy="2103120"/>
          </a:xfrm>
          <a:prstGeom prst="rect">
            <a:avLst/>
          </a:prstGeom>
          <a:solidFill>
            <a:srgbClr val="E7E8D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Nicht realisierte 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10896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Verfügbarkeit markieren • Zukünftige Reservierungen • Status 'in Bearbeitung'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Kellner: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Zugeordnete Tische einsehen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Besitzer: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Umsatzübersicht • Gäste-Feedback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Konto erstellen • Reservierung stornieren • Tisch auswählen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Zusammenfassung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828800" y="1828800"/>
            <a:ext cx="5486400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" name="Text 2"/>
          <p:cNvSpPr/>
          <p:nvPr/>
        </p:nvSpPr>
        <p:spPr>
          <a:xfrm>
            <a:off x="2286000" y="21031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Moderne Client-Server-Architektur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 REST-API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&amp; Benutzerfreundlich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</Words>
  <Application>Microsoft Office PowerPoint</Application>
  <PresentationFormat>Bildschirmpräsentation (16:9)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Management Application - reapA_V4</dc:title>
  <dc:subject>PptxGenJS Presentation</dc:subject>
  <dc:creator>Restaurant Management Team</dc:creator>
  <cp:lastModifiedBy>Wieser-Hulsz Amadeo-Sathya</cp:lastModifiedBy>
  <cp:revision>3</cp:revision>
  <dcterms:created xsi:type="dcterms:W3CDTF">2026-02-06T07:04:01Z</dcterms:created>
  <dcterms:modified xsi:type="dcterms:W3CDTF">2026-02-06T08:04:43Z</dcterms:modified>
</cp:coreProperties>
</file>